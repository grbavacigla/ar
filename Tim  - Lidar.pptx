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3" r:id="rId5"/>
    <p:sldId id="262" r:id="rId6"/>
    <p:sldId id="260" r:id="rId7"/>
    <p:sldId id="261" r:id="rId8"/>
  </p:sldIdLst>
  <p:sldSz cx="12192000" cy="6858000"/>
  <p:notesSz cx="6858000" cy="9144000"/>
  <p:defaultTextStyle>
    <a:defPPr rtl="0"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Čuvar mesta za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0C27DE1-86B7-4A25-8AC1-5DB70C174082}" type="datetime1">
              <a:rPr lang="sr-Latn-RS" smtClean="0"/>
              <a:t>9.9.2026.</a:t>
            </a:fld>
            <a:endParaRPr lang="en-US" dirty="0"/>
          </a:p>
        </p:txBody>
      </p:sp>
      <p:sp>
        <p:nvSpPr>
          <p:cNvPr id="4" name="Čuvar mesta za podnožj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Čuvar mesta za broj slajd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Čuvar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669D7A2-F0AC-49C7-8E8C-4FF256DEC817}" type="datetime1">
              <a:rPr lang="sr-Latn-RS" smtClean="0"/>
              <a:t>9.9.2026.</a:t>
            </a:fld>
            <a:endParaRPr lang="en-US"/>
          </a:p>
        </p:txBody>
      </p:sp>
      <p:sp>
        <p:nvSpPr>
          <p:cNvPr id="4" name="Čuvar mesta za sliku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Čuvar mesta za belešk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r-latn-rs"/>
              <a:t>Kliknite da biste uredili stilove za tekst mastera</a:t>
            </a:r>
            <a:endParaRPr lang="en-US"/>
          </a:p>
          <a:p>
            <a:pPr lvl="1" rtl="0"/>
            <a:r>
              <a:rPr lang="sr-latn-rs"/>
              <a:t>Drugi nivo</a:t>
            </a:r>
          </a:p>
          <a:p>
            <a:pPr lvl="2" rtl="0"/>
            <a:r>
              <a:rPr lang="sr-latn-rs"/>
              <a:t>Treći nivo</a:t>
            </a:r>
          </a:p>
          <a:p>
            <a:pPr lvl="3" rtl="0"/>
            <a:r>
              <a:rPr lang="sr-latn-rs"/>
              <a:t>Četvrti nivo</a:t>
            </a:r>
          </a:p>
          <a:p>
            <a:pPr lvl="4" rtl="0"/>
            <a:r>
              <a:rPr lang="sr-latn-rs"/>
              <a:t>Peti nivo</a:t>
            </a:r>
            <a:endParaRPr lang="en-US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ugaonik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Pravougaonik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sr-Latn-RS"/>
          </a:p>
        </p:txBody>
      </p:sp>
      <p:sp>
        <p:nvSpPr>
          <p:cNvPr id="11" name="Pravougaonik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sr-Latn-RS"/>
          </a:p>
        </p:txBody>
      </p:sp>
      <p:sp>
        <p:nvSpPr>
          <p:cNvPr id="15" name="Pravougaonik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r-Latn-RS"/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Prava linija spajanja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rava linija spajanja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rava linija spajanja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Čuvar mesta za datum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A0503896-014A-4CC4-BF05-ED7203B41960}" type="datetime1">
              <a:rPr lang="sr-Latn-RS" smtClean="0"/>
              <a:t>9.9.2026.</a:t>
            </a:fld>
            <a:endParaRPr lang="en-US" dirty="0"/>
          </a:p>
        </p:txBody>
      </p:sp>
      <p:sp>
        <p:nvSpPr>
          <p:cNvPr id="21" name="Čuvar mesta za podnožj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Čuvar mesta za broj slajd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sadržaj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Čuvar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  <p:sp>
        <p:nvSpPr>
          <p:cNvPr id="5" name="Čuvar mesta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Čuvar mesta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od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avougaonik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Pravougaonik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Pravougaonik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Pravougaonik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upa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Prava linija spajanja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Prava linija spajanja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Prava linija spajanja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Čuvar mesta za tekst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Čuvar mesta za datum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E58B2536-AAB7-4A0B-AD9A-8EF4E175DB9B}" type="datetime1">
              <a:rPr lang="sr-Latn-RS" smtClean="0"/>
              <a:t>9.9.2026.</a:t>
            </a:fld>
            <a:endParaRPr lang="en-US" dirty="0"/>
          </a:p>
        </p:txBody>
      </p:sp>
      <p:sp>
        <p:nvSpPr>
          <p:cNvPr id="5" name="Čuvar mesta za podnožj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Čuvar mesta za broj slajd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sadržaj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Čuvar mesta za sadržaj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Čuvar mesta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F0DF98-A022-4B0B-BAC3-E86ED7B666AD}" type="datetime1">
              <a:rPr lang="sr-Latn-RS" smtClean="0"/>
              <a:t>9.9.2026.</a:t>
            </a:fld>
            <a:endParaRPr lang="en-US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eđe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tekst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Čuvar mesta za sadržaj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sr-latn-rs"/>
          </a:p>
        </p:txBody>
      </p:sp>
      <p:sp>
        <p:nvSpPr>
          <p:cNvPr id="5" name="Čuvar mesta za tekst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Čuvar mesta za sadržaj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sr-latn-rs"/>
          </a:p>
        </p:txBody>
      </p:sp>
      <p:sp>
        <p:nvSpPr>
          <p:cNvPr id="7" name="Čuvar mesta za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4C874A5-C2AC-4F96-9C46-D52BE47B55E5}" type="datetime1">
              <a:rPr lang="sr-Latn-RS" smtClean="0"/>
              <a:t>9.9.2026.</a:t>
            </a:fld>
            <a:endParaRPr lang="en-US"/>
          </a:p>
        </p:txBody>
      </p:sp>
      <p:sp>
        <p:nvSpPr>
          <p:cNvPr id="8" name="Čuvar mesta za podnožj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Čuvar mesta za broj slajd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133A85-4E67-4357-AE08-1B0E5B51C53D}" type="datetime1">
              <a:rPr lang="sr-Latn-RS" smtClean="0"/>
              <a:t>9.9.2026.</a:t>
            </a:fld>
            <a:endParaRPr lang="en-US"/>
          </a:p>
        </p:txBody>
      </p:sp>
      <p:sp>
        <p:nvSpPr>
          <p:cNvPr id="4" name="Čuvar mesta za podnožj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Čuvar mesta za broj slajd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Čuvar mesta za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6D27EF-536A-4217-AE36-7BF9D5505EE8}" type="datetime1">
              <a:rPr lang="sr-Latn-RS" smtClean="0"/>
              <a:t>9.9.2026.</a:t>
            </a:fld>
            <a:endParaRPr lang="en-US"/>
          </a:p>
        </p:txBody>
      </p:sp>
      <p:sp>
        <p:nvSpPr>
          <p:cNvPr id="3" name="Čuvar mesta za podnožj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Čuvar mesta za broj slajd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a nat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ugaonik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ravougaonik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0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sadržaj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Čuvar mesta za tekst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8" name="Čuvar mesta za datum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6813FF70-27C4-4190-BCC4-308870CDD882}" type="datetime1">
              <a:rPr lang="sr-Latn-RS" smtClean="0"/>
              <a:t>9.9.2026.</a:t>
            </a:fld>
            <a:endParaRPr lang="en-US"/>
          </a:p>
        </p:txBody>
      </p:sp>
      <p:sp>
        <p:nvSpPr>
          <p:cNvPr id="9" name="Čuvar mesta za podnožj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Čuvar mesta za broj slajd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a nat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ugaonik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Čuvar mesta za sliku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Čuvar mesta za datum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E42FFF77-EF1E-4709-A539-662A15B42224}" type="datetime1">
              <a:rPr lang="sr-Latn-RS" smtClean="0"/>
              <a:t>9.9.2026.</a:t>
            </a:fld>
            <a:endParaRPr lang="en-US" dirty="0"/>
          </a:p>
        </p:txBody>
      </p:sp>
      <p:sp>
        <p:nvSpPr>
          <p:cNvPr id="6" name="Čuvar mesta za podnožj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Čuvar mesta za broj slajd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ravougaonik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0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Čuvar mesta za tekst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vertikaln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vertikalni teks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Čuvar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37453F-1BD1-4235-BA00-D71D48436292}" type="datetime1">
              <a:rPr lang="sr-Latn-RS" smtClean="0"/>
              <a:t>9.9.2026.</a:t>
            </a:fld>
            <a:endParaRPr lang="en-US"/>
          </a:p>
        </p:txBody>
      </p:sp>
      <p:sp>
        <p:nvSpPr>
          <p:cNvPr id="5" name="Čuvar mesta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Čuvar mesta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n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ni naslov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Čuvar mesta za vertikalni tekst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Čuvar mesta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793FDF-84B3-48FB-BA96-E14594ACEA65}" type="datetime1">
              <a:rPr lang="sr-Latn-RS" smtClean="0"/>
              <a:t>9.9.2026.</a:t>
            </a:fld>
            <a:endParaRPr lang="en-US"/>
          </a:p>
        </p:txBody>
      </p:sp>
      <p:sp>
        <p:nvSpPr>
          <p:cNvPr id="5" name="Čuvar mesta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Čuvar mesta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ravougaonik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Pravougaonik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sr-Latn-RS"/>
          </a:p>
        </p:txBody>
      </p:sp>
      <p:sp>
        <p:nvSpPr>
          <p:cNvPr id="8" name="Pravougaonik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sr-Latn-RS"/>
          </a:p>
        </p:txBody>
      </p:sp>
      <p:sp>
        <p:nvSpPr>
          <p:cNvPr id="2" name="Čuvar mesta za naslov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sr-latn-rs"/>
              <a:t>Kliknite da biste uredili stil za naslov mastera</a:t>
            </a:r>
            <a:endParaRPr lang="en-US" dirty="0"/>
          </a:p>
        </p:txBody>
      </p:sp>
      <p:sp>
        <p:nvSpPr>
          <p:cNvPr id="3" name="Čuvar mesta za teks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sr-latn-rs"/>
              <a:t>Kliknite da biste uredili stilove za tekst mastera</a:t>
            </a:r>
          </a:p>
          <a:p>
            <a:pPr lvl="1" rtl="0"/>
            <a:r>
              <a:rPr lang="sr-latn-rs"/>
              <a:t>Drugi nivo</a:t>
            </a:r>
          </a:p>
          <a:p>
            <a:pPr lvl="2" rtl="0"/>
            <a:r>
              <a:rPr lang="sr-latn-rs"/>
              <a:t>Treći nivo</a:t>
            </a:r>
          </a:p>
          <a:p>
            <a:pPr lvl="3" rtl="0"/>
            <a:r>
              <a:rPr lang="sr-latn-rs"/>
              <a:t>Četvrti nivo</a:t>
            </a:r>
          </a:p>
          <a:p>
            <a:pPr lvl="4" rtl="0"/>
            <a:r>
              <a:rPr lang="sr-latn-rs"/>
              <a:t>Peti nivo</a:t>
            </a:r>
            <a:endParaRPr lang="en-US" dirty="0"/>
          </a:p>
        </p:txBody>
      </p:sp>
      <p:sp>
        <p:nvSpPr>
          <p:cNvPr id="4" name="Čuvar mesta za datum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F4687D0-2178-484E-A813-4561FA28603E}" type="datetime1">
              <a:rPr lang="sr-Latn-RS" smtClean="0"/>
              <a:t>9.9.2026.</a:t>
            </a:fld>
            <a:endParaRPr lang="en-US" dirty="0"/>
          </a:p>
        </p:txBody>
      </p:sp>
      <p:sp>
        <p:nvSpPr>
          <p:cNvPr id="5" name="Čuvar mesta za podnožj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Čuvar mesta za broj slajd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Prikaz logotipa izbliza&#10;&#10;Opis se automatski generiše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Pravougaonik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sr-Latn-RS"/>
          </a:p>
        </p:txBody>
      </p:sp>
      <p:sp>
        <p:nvSpPr>
          <p:cNvPr id="84" name="Pravougaonik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sr-Latn-R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en-US" sz="4400" b="1" dirty="0" err="1">
                <a:solidFill>
                  <a:schemeClr val="tx1"/>
                </a:solidFill>
              </a:rPr>
              <a:t>Ar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projekat</a:t>
            </a:r>
            <a:r>
              <a:rPr lang="en-US" sz="4400" b="1" dirty="0">
                <a:solidFill>
                  <a:schemeClr val="tx1"/>
                </a:solidFill>
              </a:rPr>
              <a:t>  Lidar</a:t>
            </a:r>
            <a:endParaRPr lang="sr-latn-rs" sz="4400" b="1" dirty="0">
              <a:solidFill>
                <a:schemeClr val="tx1"/>
              </a:solidFill>
            </a:endParaRP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b="1" dirty="0" err="1">
                <a:solidFill>
                  <a:schemeClr val="tx1"/>
                </a:solidFill>
              </a:rPr>
              <a:t>Uradili</a:t>
            </a:r>
            <a:r>
              <a:rPr lang="sr-Latn-RS" dirty="0">
                <a:solidFill>
                  <a:schemeClr val="tx1"/>
                </a:solidFill>
              </a:rPr>
              <a:t>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sr-Latn-RS" dirty="0">
                <a:solidFill>
                  <a:schemeClr val="tx1"/>
                </a:solidFill>
              </a:rPr>
              <a:t>Aleksa Ognjanović, Aleksandar Savić, Dušan Jovanović, Luka Nešić, Ognjen Rakić</a:t>
            </a:r>
            <a:endParaRPr lang="sr-latn-r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94D5-8C02-6013-3C03-303ABF6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dirty="0"/>
              <a:t>Konceptualna zamisao projekta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3F4B8-118B-AC46-B601-0AC2E301E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923EC4D-1BF7-2652-C0B7-5D965F57D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07" y="2103438"/>
            <a:ext cx="9295585" cy="384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16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B198-99C6-5D6B-2304-707C391D3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sr-Latn-RS" b="1"/>
              <a:t>Riscv32i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0EB4560-3DA2-8E4E-51CA-3643BCECA3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82" y="1837478"/>
            <a:ext cx="5346359" cy="4637967"/>
          </a:xfrm>
          <a:prstGeom prst="rect">
            <a:avLst/>
          </a:prstGeo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806841B-7F45-6E8F-A311-878E4546A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/>
          <a:p>
            <a:r>
              <a:rPr lang="sr-Latn-RS" b="1" dirty="0"/>
              <a:t>Ready bit mehanizam</a:t>
            </a:r>
          </a:p>
          <a:p>
            <a:r>
              <a:rPr lang="sr-Latn-RS" b="1" dirty="0"/>
              <a:t>ROM modul</a:t>
            </a:r>
          </a:p>
          <a:p>
            <a:r>
              <a:rPr lang="sr-Latn-RS" b="1" dirty="0"/>
              <a:t>Bez prekidne rutine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F2510-30DB-D66F-84A1-C564577A29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9667814C-394B-402F-A1BC-BE6EB732259E}" type="datetime1">
              <a:rPr lang="sr-Latn-RS" smtClean="0"/>
              <a:pPr rtl="0">
                <a:spcAft>
                  <a:spcPts val="600"/>
                </a:spcAft>
              </a:pPr>
              <a:t>9.9.2026.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164C8-38FE-5058-3A92-2EDD47F17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dirty="0"/>
              <a:t>Magistrala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8D54-516A-9A67-979F-7214EE18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BCD36F-3E3B-ACC3-0060-3BEDD7AED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263" y="1909387"/>
            <a:ext cx="7513473" cy="423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92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00DF-3328-61A6-7699-6DFD8B5CD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/>
              <a:t>Lidar – light detection and ranging</a:t>
            </a:r>
            <a:endParaRPr lang="sr-Latn-RS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ED75AB-9A32-4130-731F-50B12E62C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39" y="1740212"/>
            <a:ext cx="6556336" cy="45701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A414-91B4-9713-2A91-77986B49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15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6437-5000-8EA0-B405-DD763884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dirty="0"/>
              <a:t>SDRAM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72283-B8EF-5A0C-1480-893DB3268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B2E0A4-62B9-F8D1-D164-21257A03F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Eksterna SDRAM memorija IS42S16320D</a:t>
            </a:r>
            <a:endParaRPr lang="en-US" dirty="0"/>
          </a:p>
          <a:p>
            <a:r>
              <a:rPr lang="sv-SE" dirty="0"/>
              <a:t>Kapacitet: 512 Mbit (64 MB), organizovana u 4 banke</a:t>
            </a:r>
          </a:p>
          <a:p>
            <a:r>
              <a:rPr lang="pl-PL" dirty="0"/>
              <a:t>16-bitna magistrala podataka (DQ[15:0])</a:t>
            </a:r>
            <a:endParaRPr lang="en-US" dirty="0"/>
          </a:p>
          <a:p>
            <a:r>
              <a:rPr lang="sr-Latn-RS" dirty="0"/>
              <a:t>Kontroler realizuje inicijalizaciju, READ/WRITE i periodični refresh</a:t>
            </a:r>
            <a:endParaRPr lang="en-US" dirty="0"/>
          </a:p>
          <a:p>
            <a:r>
              <a:rPr lang="pl-PL" dirty="0"/>
              <a:t>SDRAM radi na taktu od 50 MHz</a:t>
            </a:r>
            <a:endParaRPr lang="en-US" dirty="0"/>
          </a:p>
          <a:p>
            <a:r>
              <a:rPr lang="en-US" dirty="0" err="1"/>
              <a:t>Korišćen</a:t>
            </a:r>
            <a:r>
              <a:rPr lang="en-US" dirty="0"/>
              <a:t> Burst Length = 1 </a:t>
            </a:r>
            <a:r>
              <a:rPr lang="en-US" dirty="0" err="1"/>
              <a:t>i</a:t>
            </a:r>
            <a:r>
              <a:rPr lang="en-US" dirty="0"/>
              <a:t> CAS Latency = 3</a:t>
            </a:r>
          </a:p>
          <a:p>
            <a:r>
              <a:rPr lang="sr-Latn-RS" dirty="0"/>
              <a:t>32-bitni pristup procesora realizovan kroz dva uzastopna 16-bitna pristupa</a:t>
            </a:r>
            <a:endParaRPr lang="en-US" dirty="0"/>
          </a:p>
          <a:p>
            <a:r>
              <a:rPr lang="sr-Latn-RS" dirty="0"/>
              <a:t>Podržani byte enable signali preko DQM linija</a:t>
            </a:r>
            <a:endParaRPr lang="en-US" dirty="0"/>
          </a:p>
          <a:p>
            <a:r>
              <a:rPr lang="sr-Latn-RS" dirty="0"/>
              <a:t>Adresiranje se vrši preko banke, reda i kolone</a:t>
            </a:r>
            <a:endParaRPr lang="en-US" dirty="0"/>
          </a:p>
          <a:p>
            <a:r>
              <a:rPr lang="sr-Latn-RS" dirty="0"/>
              <a:t>Kontroler automatski generiše potrebne SDRAM komande i vremenske pauze</a:t>
            </a:r>
          </a:p>
        </p:txBody>
      </p:sp>
    </p:spTree>
    <p:extLst>
      <p:ext uri="{BB962C8B-B14F-4D97-AF65-F5344CB8AC3E}">
        <p14:creationId xmlns:p14="http://schemas.microsoft.com/office/powerpoint/2010/main" val="216903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FE853-4B6E-6540-D169-BB8460361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r-Latn-RS" b="1" dirty="0"/>
              <a:t>VGA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133F-4624-AB65-B97D-798528EB2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67814C-394B-402F-A1BC-BE6EB732259E}" type="datetime1">
              <a:rPr lang="sr-Latn-RS" smtClean="0"/>
              <a:t>9.9.2026.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764ECC-17F8-3065-76C1-E39401971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VGA </a:t>
            </a:r>
            <a:r>
              <a:rPr lang="sr-Latn-RS" dirty="0"/>
              <a:t>kontroler sa dvostrukim baferom</a:t>
            </a:r>
            <a:endParaRPr lang="en-US" dirty="0"/>
          </a:p>
          <a:p>
            <a:r>
              <a:rPr lang="sr-Latn-RS" dirty="0"/>
              <a:t>Setovanje i resetovanje svakog piksela po koordinati (SET_PIXEL, SET_BIT, X i Y)</a:t>
            </a:r>
          </a:p>
          <a:p>
            <a:r>
              <a:rPr lang="sr-Latn-RS" dirty="0"/>
              <a:t>Bitmapa piksela u dva buffera</a:t>
            </a:r>
          </a:p>
          <a:p>
            <a:r>
              <a:rPr lang="sr-Latn-RS" dirty="0"/>
              <a:t>Swap bafera (SEL)</a:t>
            </a:r>
          </a:p>
          <a:p>
            <a:r>
              <a:rPr lang="sr-Latn-RS" dirty="0"/>
              <a:t>VGA konstantno čita iz jednog bafera</a:t>
            </a:r>
          </a:p>
          <a:p>
            <a:r>
              <a:rPr lang="sr-Latn-RS" dirty="0"/>
              <a:t>Upis u drugi bafer u tri koraka ( read – modify – write )</a:t>
            </a:r>
          </a:p>
        </p:txBody>
      </p:sp>
    </p:spTree>
    <p:extLst>
      <p:ext uri="{BB962C8B-B14F-4D97-AF65-F5344CB8AC3E}">
        <p14:creationId xmlns:p14="http://schemas.microsoft.com/office/powerpoint/2010/main" val="3607335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04_TF78438558" id="{BC5631BB-F847-4A98-9E83-83E98B64B713}" vid="{72FC7AC9-4ED2-4537-8955-618F3B0D32E0}"/>
    </a:ext>
  </a:extLst>
</a:theme>
</file>

<file path=ppt/theme/theme2.xml><?xml version="1.0" encoding="utf-8"?>
<a:theme xmlns:a="http://schemas.openxmlformats.org/drawingml/2006/main" name="Office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{023FB31F-3740-4466-903E-B32A6F6A44CE}TF8a9b5915-b8c7-461e-8cdd-693d48b5e3237111e056_win32-8d507ce7499a</Template>
  <TotalTime>0</TotalTime>
  <Words>186</Words>
  <Application>Microsoft Office PowerPoint</Application>
  <PresentationFormat>Widescreen</PresentationFormat>
  <Paragraphs>33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Century Gothic</vt:lpstr>
      <vt:lpstr>Garamond</vt:lpstr>
      <vt:lpstr>SavonVTI</vt:lpstr>
      <vt:lpstr>Ar projekat  Lidar</vt:lpstr>
      <vt:lpstr>Konceptualna zamisao projekta</vt:lpstr>
      <vt:lpstr>Riscv32i</vt:lpstr>
      <vt:lpstr>Magistrala</vt:lpstr>
      <vt:lpstr>Lidar – light detection and ranging</vt:lpstr>
      <vt:lpstr>SDRAM</vt:lpstr>
      <vt:lpstr>VGA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luka nesic</dc:creator>
  <cp:lastModifiedBy>Ognjen Rakić</cp:lastModifiedBy>
  <cp:revision>8</cp:revision>
  <dcterms:created xsi:type="dcterms:W3CDTF">2026-09-01T11:10:20Z</dcterms:created>
  <dcterms:modified xsi:type="dcterms:W3CDTF">2026-09-09T12:24:37Z</dcterms:modified>
</cp:coreProperties>
</file>